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6"/>
  </p:notesMasterIdLst>
  <p:sldIdLst>
    <p:sldId id="256" r:id="rId2"/>
    <p:sldId id="257" r:id="rId3"/>
    <p:sldId id="258" r:id="rId4"/>
    <p:sldId id="259" r:id="rId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58" d="100"/>
          <a:sy n="58" d="100"/>
        </p:scale>
        <p:origin x="112" y="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52B018-B8A4-49EB-BDFB-CB3BCF2A85DE}" type="datetimeFigureOut">
              <a:rPr lang="en-AE" smtClean="0"/>
              <a:t>17/11/2025</a:t>
            </a:fld>
            <a:endParaRPr lang="en-A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2996A79-6081-4078-B260-33A8EB6BDE8C}" type="slidenum">
              <a:rPr lang="en-AE" smtClean="0"/>
              <a:t>‹#›</a:t>
            </a:fld>
            <a:endParaRPr lang="en-AE"/>
          </a:p>
        </p:txBody>
      </p:sp>
    </p:spTree>
    <p:extLst>
      <p:ext uri="{BB962C8B-B14F-4D97-AF65-F5344CB8AC3E}">
        <p14:creationId xmlns:p14="http://schemas.microsoft.com/office/powerpoint/2010/main" val="10426245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E" dirty="0"/>
          </a:p>
        </p:txBody>
      </p:sp>
      <p:sp>
        <p:nvSpPr>
          <p:cNvPr id="4" name="Slide Number Placeholder 3"/>
          <p:cNvSpPr>
            <a:spLocks noGrp="1"/>
          </p:cNvSpPr>
          <p:nvPr>
            <p:ph type="sldNum" sz="quarter" idx="5"/>
          </p:nvPr>
        </p:nvSpPr>
        <p:spPr/>
        <p:txBody>
          <a:bodyPr/>
          <a:lstStyle/>
          <a:p>
            <a:fld id="{12996A79-6081-4078-B260-33A8EB6BDE8C}" type="slidenum">
              <a:rPr lang="en-AE" smtClean="0"/>
              <a:t>1</a:t>
            </a:fld>
            <a:endParaRPr lang="en-AE"/>
          </a:p>
        </p:txBody>
      </p:sp>
    </p:spTree>
    <p:extLst>
      <p:ext uri="{BB962C8B-B14F-4D97-AF65-F5344CB8AC3E}">
        <p14:creationId xmlns:p14="http://schemas.microsoft.com/office/powerpoint/2010/main" val="3824412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751012" y="609601"/>
            <a:ext cx="8676222" cy="3200400"/>
          </a:xfrm>
        </p:spPr>
        <p:txBody>
          <a:bodyPr anchor="b">
            <a:normAutofit/>
          </a:bodyPr>
          <a:lstStyle>
            <a:lvl1pPr algn="ctr">
              <a:defRPr sz="4800">
                <a:effectLst>
                  <a:glow rad="38100">
                    <a:schemeClr val="bg1">
                      <a:lumMod val="65000"/>
                      <a:lumOff val="35000"/>
                      <a:alpha val="50000"/>
                    </a:schemeClr>
                  </a:glow>
                  <a:outerShdw blurRad="28575" dist="31750" dir="13200000" algn="tl" rotWithShape="0">
                    <a:srgbClr val="000000">
                      <a:alpha val="25000"/>
                    </a:srgbClr>
                  </a:outerShdw>
                </a:effectLst>
              </a:defRPr>
            </a:lvl1pPr>
          </a:lstStyle>
          <a:p>
            <a:r>
              <a:rPr lang="en-US"/>
              <a:t>Click to edit Master title style</a:t>
            </a:r>
            <a:endParaRPr lang="en-US" dirty="0"/>
          </a:p>
        </p:txBody>
      </p:sp>
      <p:sp>
        <p:nvSpPr>
          <p:cNvPr id="3" name="Subtitle 2"/>
          <p:cNvSpPr>
            <a:spLocks noGrp="1"/>
          </p:cNvSpPr>
          <p:nvPr>
            <p:ph type="subTitle" idx="1"/>
          </p:nvPr>
        </p:nvSpPr>
        <p:spPr>
          <a:xfrm>
            <a:off x="1751012" y="3886200"/>
            <a:ext cx="8676222" cy="1905000"/>
          </a:xfrm>
        </p:spPr>
        <p:txBody>
          <a:bodyPr anchor="t">
            <a:normAutofit/>
          </a:bodyPr>
          <a:lstStyle>
            <a:lvl1pPr marL="0" indent="0" algn="ctr">
              <a:buNone/>
              <a:defRPr sz="2100">
                <a:gradFill flip="none" rotWithShape="1">
                  <a:gsLst>
                    <a:gs pos="0">
                      <a:schemeClr val="tx1"/>
                    </a:gs>
                    <a:gs pos="100000">
                      <a:schemeClr val="tx1">
                        <a:lumMod val="75000"/>
                      </a:schemeClr>
                    </a:gs>
                  </a:gsLst>
                  <a:lin ang="5400000" scaled="0"/>
                  <a:tileRect/>
                </a:gra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861F162-B0B0-4FC4-8FE2-C3CCED55D2E6}" type="datetimeFigureOut">
              <a:rPr lang="en-AE" smtClean="0"/>
              <a:t>17/11/2025</a:t>
            </a:fld>
            <a:endParaRPr lang="en-AE"/>
          </a:p>
        </p:txBody>
      </p:sp>
      <p:sp>
        <p:nvSpPr>
          <p:cNvPr id="5" name="Footer Placeholder 4"/>
          <p:cNvSpPr>
            <a:spLocks noGrp="1"/>
          </p:cNvSpPr>
          <p:nvPr>
            <p:ph type="ftr" sz="quarter" idx="11"/>
          </p:nvPr>
        </p:nvSpPr>
        <p:spPr/>
        <p:txBody>
          <a:bodyPr/>
          <a:lstStyle/>
          <a:p>
            <a:endParaRPr lang="en-AE"/>
          </a:p>
        </p:txBody>
      </p:sp>
      <p:sp>
        <p:nvSpPr>
          <p:cNvPr id="6" name="Slide Number Placeholder 5"/>
          <p:cNvSpPr>
            <a:spLocks noGrp="1"/>
          </p:cNvSpPr>
          <p:nvPr>
            <p:ph type="sldNum" sz="quarter" idx="12"/>
          </p:nvPr>
        </p:nvSpPr>
        <p:spPr/>
        <p:txBody>
          <a:bodyPr/>
          <a:lstStyle/>
          <a:p>
            <a:fld id="{D5737EDC-4F1D-411D-9F5D-59F1E618E9CD}" type="slidenum">
              <a:rPr lang="en-AE" smtClean="0"/>
              <a:t>‹#›</a:t>
            </a:fld>
            <a:endParaRPr lang="en-AE"/>
          </a:p>
        </p:txBody>
      </p:sp>
    </p:spTree>
    <p:extLst>
      <p:ext uri="{BB962C8B-B14F-4D97-AF65-F5344CB8AC3E}">
        <p14:creationId xmlns:p14="http://schemas.microsoft.com/office/powerpoint/2010/main" val="11182136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861F162-B0B0-4FC4-8FE2-C3CCED55D2E6}" type="datetimeFigureOut">
              <a:rPr lang="en-AE" smtClean="0"/>
              <a:t>17/11/2025</a:t>
            </a:fld>
            <a:endParaRPr lang="en-AE"/>
          </a:p>
        </p:txBody>
      </p:sp>
      <p:sp>
        <p:nvSpPr>
          <p:cNvPr id="5" name="Footer Placeholder 4"/>
          <p:cNvSpPr>
            <a:spLocks noGrp="1"/>
          </p:cNvSpPr>
          <p:nvPr>
            <p:ph type="ftr" sz="quarter" idx="11"/>
          </p:nvPr>
        </p:nvSpPr>
        <p:spPr/>
        <p:txBody>
          <a:bodyPr/>
          <a:lstStyle/>
          <a:p>
            <a:endParaRPr lang="en-AE"/>
          </a:p>
        </p:txBody>
      </p:sp>
      <p:sp>
        <p:nvSpPr>
          <p:cNvPr id="6" name="Slide Number Placeholder 5"/>
          <p:cNvSpPr>
            <a:spLocks noGrp="1"/>
          </p:cNvSpPr>
          <p:nvPr>
            <p:ph type="sldNum" sz="quarter" idx="12"/>
          </p:nvPr>
        </p:nvSpPr>
        <p:spPr/>
        <p:txBody>
          <a:bodyPr/>
          <a:lstStyle/>
          <a:p>
            <a:fld id="{D5737EDC-4F1D-411D-9F5D-59F1E618E9CD}" type="slidenum">
              <a:rPr lang="en-AE" smtClean="0"/>
              <a:t>‹#›</a:t>
            </a:fld>
            <a:endParaRPr lang="en-AE"/>
          </a:p>
        </p:txBody>
      </p:sp>
    </p:spTree>
    <p:extLst>
      <p:ext uri="{BB962C8B-B14F-4D97-AF65-F5344CB8AC3E}">
        <p14:creationId xmlns:p14="http://schemas.microsoft.com/office/powerpoint/2010/main" val="25365985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751013" y="3308581"/>
            <a:ext cx="8686800" cy="1468800"/>
          </a:xfrm>
        </p:spPr>
        <p:txBody>
          <a:bodyPr anchor="b"/>
          <a:lstStyle>
            <a:lvl1pPr algn="r">
              <a:defRPr sz="4000" b="0" cap="all"/>
            </a:lvl1pPr>
          </a:lstStyle>
          <a:p>
            <a:r>
              <a:rPr lang="en-US"/>
              <a:t>Click to edit Master title style</a:t>
            </a:r>
            <a:endParaRPr lang="en-US" dirty="0"/>
          </a:p>
        </p:txBody>
      </p:sp>
      <p:sp>
        <p:nvSpPr>
          <p:cNvPr id="3" name="Text Placeholder 2"/>
          <p:cNvSpPr>
            <a:spLocks noGrp="1"/>
          </p:cNvSpPr>
          <p:nvPr>
            <p:ph type="body" idx="1"/>
          </p:nvPr>
        </p:nvSpPr>
        <p:spPr>
          <a:xfrm>
            <a:off x="1751011" y="4777381"/>
            <a:ext cx="8686801" cy="860400"/>
          </a:xfrm>
        </p:spPr>
        <p:txBody>
          <a:bodyPr anchor="t">
            <a:normAutofit/>
          </a:bodyPr>
          <a:lstStyle>
            <a:lvl1pPr marL="0" indent="0" algn="r">
              <a:buNone/>
              <a:defRPr sz="20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861F162-B0B0-4FC4-8FE2-C3CCED55D2E6}" type="datetimeFigureOut">
              <a:rPr lang="en-AE" smtClean="0"/>
              <a:t>17/11/2025</a:t>
            </a:fld>
            <a:endParaRPr lang="en-AE"/>
          </a:p>
        </p:txBody>
      </p:sp>
      <p:sp>
        <p:nvSpPr>
          <p:cNvPr id="5" name="Footer Placeholder 4"/>
          <p:cNvSpPr>
            <a:spLocks noGrp="1"/>
          </p:cNvSpPr>
          <p:nvPr>
            <p:ph type="ftr" sz="quarter" idx="11"/>
          </p:nvPr>
        </p:nvSpPr>
        <p:spPr/>
        <p:txBody>
          <a:bodyPr/>
          <a:lstStyle/>
          <a:p>
            <a:endParaRPr lang="en-AE"/>
          </a:p>
        </p:txBody>
      </p:sp>
      <p:sp>
        <p:nvSpPr>
          <p:cNvPr id="6" name="Slide Number Placeholder 5"/>
          <p:cNvSpPr>
            <a:spLocks noGrp="1"/>
          </p:cNvSpPr>
          <p:nvPr>
            <p:ph type="sldNum" sz="quarter" idx="12"/>
          </p:nvPr>
        </p:nvSpPr>
        <p:spPr/>
        <p:txBody>
          <a:bodyPr/>
          <a:lstStyle/>
          <a:p>
            <a:fld id="{D5737EDC-4F1D-411D-9F5D-59F1E618E9CD}" type="slidenum">
              <a:rPr lang="en-AE" smtClean="0"/>
              <a:t>‹#›</a:t>
            </a:fld>
            <a:endParaRPr lang="en-AE"/>
          </a:p>
        </p:txBody>
      </p:sp>
    </p:spTree>
    <p:extLst>
      <p:ext uri="{BB962C8B-B14F-4D97-AF65-F5344CB8AC3E}">
        <p14:creationId xmlns:p14="http://schemas.microsoft.com/office/powerpoint/2010/main" val="18021191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2" y="2666999"/>
            <a:ext cx="4876800"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0612" y="2667000"/>
            <a:ext cx="4876800"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861F162-B0B0-4FC4-8FE2-C3CCED55D2E6}" type="datetimeFigureOut">
              <a:rPr lang="en-AE" smtClean="0"/>
              <a:t>17/11/2025</a:t>
            </a:fld>
            <a:endParaRPr lang="en-AE"/>
          </a:p>
        </p:txBody>
      </p:sp>
      <p:sp>
        <p:nvSpPr>
          <p:cNvPr id="6" name="Footer Placeholder 5"/>
          <p:cNvSpPr>
            <a:spLocks noGrp="1"/>
          </p:cNvSpPr>
          <p:nvPr>
            <p:ph type="ftr" sz="quarter" idx="11"/>
          </p:nvPr>
        </p:nvSpPr>
        <p:spPr/>
        <p:txBody>
          <a:bodyPr/>
          <a:lstStyle/>
          <a:p>
            <a:endParaRPr lang="en-AE"/>
          </a:p>
        </p:txBody>
      </p:sp>
      <p:sp>
        <p:nvSpPr>
          <p:cNvPr id="7" name="Slide Number Placeholder 6"/>
          <p:cNvSpPr>
            <a:spLocks noGrp="1"/>
          </p:cNvSpPr>
          <p:nvPr>
            <p:ph type="sldNum" sz="quarter" idx="12"/>
          </p:nvPr>
        </p:nvSpPr>
        <p:spPr/>
        <p:txBody>
          <a:bodyPr/>
          <a:lstStyle/>
          <a:p>
            <a:fld id="{D5737EDC-4F1D-411D-9F5D-59F1E618E9CD}" type="slidenum">
              <a:rPr lang="en-AE" smtClean="0"/>
              <a:t>‹#›</a:t>
            </a:fld>
            <a:endParaRPr lang="en-AE"/>
          </a:p>
        </p:txBody>
      </p:sp>
    </p:spTree>
    <p:extLst>
      <p:ext uri="{BB962C8B-B14F-4D97-AF65-F5344CB8AC3E}">
        <p14:creationId xmlns:p14="http://schemas.microsoft.com/office/powerpoint/2010/main" val="1358576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429280" y="2658533"/>
            <a:ext cx="4588931"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2" y="3243262"/>
            <a:ext cx="4876800" cy="2547937"/>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43133" y="2667000"/>
            <a:ext cx="4604280"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0612" y="3243262"/>
            <a:ext cx="4876801" cy="2547937"/>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861F162-B0B0-4FC4-8FE2-C3CCED55D2E6}" type="datetimeFigureOut">
              <a:rPr lang="en-AE" smtClean="0"/>
              <a:t>17/11/2025</a:t>
            </a:fld>
            <a:endParaRPr lang="en-AE"/>
          </a:p>
        </p:txBody>
      </p:sp>
      <p:sp>
        <p:nvSpPr>
          <p:cNvPr id="8" name="Footer Placeholder 7"/>
          <p:cNvSpPr>
            <a:spLocks noGrp="1"/>
          </p:cNvSpPr>
          <p:nvPr>
            <p:ph type="ftr" sz="quarter" idx="11"/>
          </p:nvPr>
        </p:nvSpPr>
        <p:spPr/>
        <p:txBody>
          <a:bodyPr/>
          <a:lstStyle/>
          <a:p>
            <a:endParaRPr lang="en-AE"/>
          </a:p>
        </p:txBody>
      </p:sp>
      <p:sp>
        <p:nvSpPr>
          <p:cNvPr id="9" name="Slide Number Placeholder 8"/>
          <p:cNvSpPr>
            <a:spLocks noGrp="1"/>
          </p:cNvSpPr>
          <p:nvPr>
            <p:ph type="sldNum" sz="quarter" idx="12"/>
          </p:nvPr>
        </p:nvSpPr>
        <p:spPr/>
        <p:txBody>
          <a:bodyPr/>
          <a:lstStyle/>
          <a:p>
            <a:fld id="{D5737EDC-4F1D-411D-9F5D-59F1E618E9CD}" type="slidenum">
              <a:rPr lang="en-AE" smtClean="0"/>
              <a:t>‹#›</a:t>
            </a:fld>
            <a:endParaRPr lang="en-AE"/>
          </a:p>
        </p:txBody>
      </p:sp>
    </p:spTree>
    <p:extLst>
      <p:ext uri="{BB962C8B-B14F-4D97-AF65-F5344CB8AC3E}">
        <p14:creationId xmlns:p14="http://schemas.microsoft.com/office/powerpoint/2010/main" val="35545452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861F162-B0B0-4FC4-8FE2-C3CCED55D2E6}" type="datetimeFigureOut">
              <a:rPr lang="en-AE" smtClean="0"/>
              <a:t>17/11/2025</a:t>
            </a:fld>
            <a:endParaRPr lang="en-AE"/>
          </a:p>
        </p:txBody>
      </p:sp>
      <p:sp>
        <p:nvSpPr>
          <p:cNvPr id="4" name="Footer Placeholder 3"/>
          <p:cNvSpPr>
            <a:spLocks noGrp="1"/>
          </p:cNvSpPr>
          <p:nvPr>
            <p:ph type="ftr" sz="quarter" idx="11"/>
          </p:nvPr>
        </p:nvSpPr>
        <p:spPr/>
        <p:txBody>
          <a:bodyPr/>
          <a:lstStyle/>
          <a:p>
            <a:endParaRPr lang="en-AE"/>
          </a:p>
        </p:txBody>
      </p:sp>
      <p:sp>
        <p:nvSpPr>
          <p:cNvPr id="5" name="Slide Number Placeholder 4"/>
          <p:cNvSpPr>
            <a:spLocks noGrp="1"/>
          </p:cNvSpPr>
          <p:nvPr>
            <p:ph type="sldNum" sz="quarter" idx="12"/>
          </p:nvPr>
        </p:nvSpPr>
        <p:spPr/>
        <p:txBody>
          <a:bodyPr/>
          <a:lstStyle/>
          <a:p>
            <a:fld id="{D5737EDC-4F1D-411D-9F5D-59F1E618E9CD}" type="slidenum">
              <a:rPr lang="en-AE" smtClean="0"/>
              <a:t>‹#›</a:t>
            </a:fld>
            <a:endParaRPr lang="en-AE"/>
          </a:p>
        </p:txBody>
      </p:sp>
    </p:spTree>
    <p:extLst>
      <p:ext uri="{BB962C8B-B14F-4D97-AF65-F5344CB8AC3E}">
        <p14:creationId xmlns:p14="http://schemas.microsoft.com/office/powerpoint/2010/main" val="10241225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861F162-B0B0-4FC4-8FE2-C3CCED55D2E6}" type="datetimeFigureOut">
              <a:rPr lang="en-AE" smtClean="0"/>
              <a:t>17/11/2025</a:t>
            </a:fld>
            <a:endParaRPr lang="en-AE"/>
          </a:p>
        </p:txBody>
      </p:sp>
      <p:sp>
        <p:nvSpPr>
          <p:cNvPr id="3" name="Footer Placeholder 2"/>
          <p:cNvSpPr>
            <a:spLocks noGrp="1"/>
          </p:cNvSpPr>
          <p:nvPr>
            <p:ph type="ftr" sz="quarter" idx="11"/>
          </p:nvPr>
        </p:nvSpPr>
        <p:spPr/>
        <p:txBody>
          <a:bodyPr/>
          <a:lstStyle/>
          <a:p>
            <a:endParaRPr lang="en-AE"/>
          </a:p>
        </p:txBody>
      </p:sp>
      <p:sp>
        <p:nvSpPr>
          <p:cNvPr id="4" name="Slide Number Placeholder 3"/>
          <p:cNvSpPr>
            <a:spLocks noGrp="1"/>
          </p:cNvSpPr>
          <p:nvPr>
            <p:ph type="sldNum" sz="quarter" idx="12"/>
          </p:nvPr>
        </p:nvSpPr>
        <p:spPr/>
        <p:txBody>
          <a:bodyPr/>
          <a:lstStyle/>
          <a:p>
            <a:fld id="{D5737EDC-4F1D-411D-9F5D-59F1E618E9CD}" type="slidenum">
              <a:rPr lang="en-AE" smtClean="0"/>
              <a:t>‹#›</a:t>
            </a:fld>
            <a:endParaRPr lang="en-AE"/>
          </a:p>
        </p:txBody>
      </p:sp>
    </p:spTree>
    <p:extLst>
      <p:ext uri="{BB962C8B-B14F-4D97-AF65-F5344CB8AC3E}">
        <p14:creationId xmlns:p14="http://schemas.microsoft.com/office/powerpoint/2010/main" val="25214492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1600200"/>
            <a:ext cx="3549121"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103812" y="609601"/>
            <a:ext cx="5943601" cy="51816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1411" y="2971800"/>
            <a:ext cx="3549121" cy="182880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861F162-B0B0-4FC4-8FE2-C3CCED55D2E6}" type="datetimeFigureOut">
              <a:rPr lang="en-AE" smtClean="0"/>
              <a:t>17/11/2025</a:t>
            </a:fld>
            <a:endParaRPr lang="en-AE"/>
          </a:p>
        </p:txBody>
      </p:sp>
      <p:sp>
        <p:nvSpPr>
          <p:cNvPr id="6" name="Footer Placeholder 5"/>
          <p:cNvSpPr>
            <a:spLocks noGrp="1"/>
          </p:cNvSpPr>
          <p:nvPr>
            <p:ph type="ftr" sz="quarter" idx="11"/>
          </p:nvPr>
        </p:nvSpPr>
        <p:spPr/>
        <p:txBody>
          <a:bodyPr/>
          <a:lstStyle/>
          <a:p>
            <a:endParaRPr lang="en-AE"/>
          </a:p>
        </p:txBody>
      </p:sp>
      <p:sp>
        <p:nvSpPr>
          <p:cNvPr id="7" name="Slide Number Placeholder 6"/>
          <p:cNvSpPr>
            <a:spLocks noGrp="1"/>
          </p:cNvSpPr>
          <p:nvPr>
            <p:ph type="sldNum" sz="quarter" idx="12"/>
          </p:nvPr>
        </p:nvSpPr>
        <p:spPr/>
        <p:txBody>
          <a:bodyPr/>
          <a:lstStyle/>
          <a:p>
            <a:fld id="{D5737EDC-4F1D-411D-9F5D-59F1E618E9CD}" type="slidenum">
              <a:rPr lang="en-AE" smtClean="0"/>
              <a:t>‹#›</a:t>
            </a:fld>
            <a:endParaRPr lang="en-AE"/>
          </a:p>
        </p:txBody>
      </p:sp>
    </p:spTree>
    <p:extLst>
      <p:ext uri="{BB962C8B-B14F-4D97-AF65-F5344CB8AC3E}">
        <p14:creationId xmlns:p14="http://schemas.microsoft.com/office/powerpoint/2010/main" val="30338890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1600200"/>
            <a:ext cx="5334001" cy="13716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433733" y="-18288"/>
            <a:ext cx="3276599" cy="6903720"/>
          </a:xfrm>
          <a:ln w="38100">
            <a:gradFill flip="none" rotWithShape="1">
              <a:gsLst>
                <a:gs pos="0">
                  <a:schemeClr val="bg2"/>
                </a:gs>
                <a:gs pos="100000">
                  <a:schemeClr val="bg2">
                    <a:lumMod val="75000"/>
                  </a:schemeClr>
                </a:gs>
              </a:gsLst>
              <a:lin ang="5400000" scaled="0"/>
              <a:tileRect/>
            </a:gradFill>
          </a:ln>
          <a:effectLst>
            <a:innerShdw blurRad="57150" dist="38100" dir="1080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41411" y="2971800"/>
            <a:ext cx="5334001" cy="1828800"/>
          </a:xfrm>
        </p:spPr>
        <p:txBody>
          <a:bodyP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399212" y="5883275"/>
            <a:ext cx="914400" cy="365125"/>
          </a:xfrm>
        </p:spPr>
        <p:txBody>
          <a:bodyPr/>
          <a:lstStyle/>
          <a:p>
            <a:fld id="{A861F162-B0B0-4FC4-8FE2-C3CCED55D2E6}" type="datetimeFigureOut">
              <a:rPr lang="en-AE" smtClean="0"/>
              <a:t>17/11/2025</a:t>
            </a:fld>
            <a:endParaRPr lang="en-AE"/>
          </a:p>
        </p:txBody>
      </p:sp>
      <p:sp>
        <p:nvSpPr>
          <p:cNvPr id="6" name="Footer Placeholder 5"/>
          <p:cNvSpPr>
            <a:spLocks noGrp="1"/>
          </p:cNvSpPr>
          <p:nvPr>
            <p:ph type="ftr" sz="quarter" idx="11"/>
          </p:nvPr>
        </p:nvSpPr>
        <p:spPr>
          <a:xfrm>
            <a:off x="1141412" y="5883275"/>
            <a:ext cx="5105400" cy="365125"/>
          </a:xfrm>
        </p:spPr>
        <p:txBody>
          <a:bodyPr/>
          <a:lstStyle/>
          <a:p>
            <a:endParaRPr lang="en-AE"/>
          </a:p>
        </p:txBody>
      </p:sp>
      <p:sp>
        <p:nvSpPr>
          <p:cNvPr id="7" name="Slide Number Placeholder 6"/>
          <p:cNvSpPr>
            <a:spLocks noGrp="1"/>
          </p:cNvSpPr>
          <p:nvPr>
            <p:ph type="sldNum" sz="quarter" idx="12"/>
          </p:nvPr>
        </p:nvSpPr>
        <p:spPr>
          <a:xfrm>
            <a:off x="10742612" y="5883275"/>
            <a:ext cx="322567" cy="365125"/>
          </a:xfrm>
        </p:spPr>
        <p:txBody>
          <a:bodyPr/>
          <a:lstStyle/>
          <a:p>
            <a:fld id="{D5737EDC-4F1D-411D-9F5D-59F1E618E9CD}" type="slidenum">
              <a:rPr lang="en-AE" smtClean="0"/>
              <a:t>‹#›</a:t>
            </a:fld>
            <a:endParaRPr lang="en-AE"/>
          </a:p>
        </p:txBody>
      </p:sp>
    </p:spTree>
    <p:extLst>
      <p:ext uri="{BB962C8B-B14F-4D97-AF65-F5344CB8AC3E}">
        <p14:creationId xmlns:p14="http://schemas.microsoft.com/office/powerpoint/2010/main" val="24185246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4732865"/>
            <a:ext cx="99060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9796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41413" y="5299603"/>
            <a:ext cx="9906000" cy="493712"/>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861F162-B0B0-4FC4-8FE2-C3CCED55D2E6}" type="datetimeFigureOut">
              <a:rPr lang="en-AE" smtClean="0"/>
              <a:t>17/11/2025</a:t>
            </a:fld>
            <a:endParaRPr lang="en-AE"/>
          </a:p>
        </p:txBody>
      </p:sp>
      <p:sp>
        <p:nvSpPr>
          <p:cNvPr id="6" name="Footer Placeholder 5"/>
          <p:cNvSpPr>
            <a:spLocks noGrp="1"/>
          </p:cNvSpPr>
          <p:nvPr>
            <p:ph type="ftr" sz="quarter" idx="11"/>
          </p:nvPr>
        </p:nvSpPr>
        <p:spPr/>
        <p:txBody>
          <a:bodyPr/>
          <a:lstStyle/>
          <a:p>
            <a:endParaRPr lang="en-AE"/>
          </a:p>
        </p:txBody>
      </p:sp>
      <p:sp>
        <p:nvSpPr>
          <p:cNvPr id="7" name="Slide Number Placeholder 6"/>
          <p:cNvSpPr>
            <a:spLocks noGrp="1"/>
          </p:cNvSpPr>
          <p:nvPr>
            <p:ph type="sldNum" sz="quarter" idx="12"/>
          </p:nvPr>
        </p:nvSpPr>
        <p:spPr/>
        <p:txBody>
          <a:bodyPr/>
          <a:lstStyle/>
          <a:p>
            <a:fld id="{D5737EDC-4F1D-411D-9F5D-59F1E618E9CD}" type="slidenum">
              <a:rPr lang="en-AE" smtClean="0"/>
              <a:t>‹#›</a:t>
            </a:fld>
            <a:endParaRPr lang="en-AE"/>
          </a:p>
        </p:txBody>
      </p:sp>
    </p:spTree>
    <p:extLst>
      <p:ext uri="{BB962C8B-B14F-4D97-AF65-F5344CB8AC3E}">
        <p14:creationId xmlns:p14="http://schemas.microsoft.com/office/powerpoint/2010/main" val="18687594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2" y="609601"/>
            <a:ext cx="9905999" cy="3124199"/>
          </a:xfrm>
        </p:spPr>
        <p:txBody>
          <a:bodyPr anchor="ctr">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1141411" y="4343400"/>
            <a:ext cx="9906000" cy="1447800"/>
          </a:xfrm>
        </p:spPr>
        <p:txBody>
          <a:bodyPr anchor="ctr">
            <a:normAutofit/>
          </a:bodyPr>
          <a:lstStyle>
            <a:lvl1pPr marL="0" indent="0" algn="l">
              <a:buNone/>
              <a:defRPr sz="20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861F162-B0B0-4FC4-8FE2-C3CCED55D2E6}" type="datetimeFigureOut">
              <a:rPr lang="en-AE" smtClean="0"/>
              <a:t>17/11/2025</a:t>
            </a:fld>
            <a:endParaRPr lang="en-AE"/>
          </a:p>
        </p:txBody>
      </p:sp>
      <p:sp>
        <p:nvSpPr>
          <p:cNvPr id="5" name="Footer Placeholder 4"/>
          <p:cNvSpPr>
            <a:spLocks noGrp="1"/>
          </p:cNvSpPr>
          <p:nvPr>
            <p:ph type="ftr" sz="quarter" idx="11"/>
          </p:nvPr>
        </p:nvSpPr>
        <p:spPr/>
        <p:txBody>
          <a:bodyPr/>
          <a:lstStyle/>
          <a:p>
            <a:endParaRPr lang="en-AE"/>
          </a:p>
        </p:txBody>
      </p:sp>
      <p:sp>
        <p:nvSpPr>
          <p:cNvPr id="6" name="Slide Number Placeholder 5"/>
          <p:cNvSpPr>
            <a:spLocks noGrp="1"/>
          </p:cNvSpPr>
          <p:nvPr>
            <p:ph type="sldNum" sz="quarter" idx="12"/>
          </p:nvPr>
        </p:nvSpPr>
        <p:spPr/>
        <p:txBody>
          <a:bodyPr/>
          <a:lstStyle/>
          <a:p>
            <a:fld id="{D5737EDC-4F1D-411D-9F5D-59F1E618E9CD}" type="slidenum">
              <a:rPr lang="en-AE" smtClean="0"/>
              <a:t>‹#›</a:t>
            </a:fld>
            <a:endParaRPr lang="en-AE"/>
          </a:p>
        </p:txBody>
      </p:sp>
    </p:spTree>
    <p:extLst>
      <p:ext uri="{BB962C8B-B14F-4D97-AF65-F5344CB8AC3E}">
        <p14:creationId xmlns:p14="http://schemas.microsoft.com/office/powerpoint/2010/main" val="14949591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836612" y="7868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accent1"/>
                </a:solidFill>
              </a:rPr>
              <a:t>“</a:t>
            </a:r>
          </a:p>
        </p:txBody>
      </p:sp>
      <p:sp>
        <p:nvSpPr>
          <p:cNvPr id="15" name="TextBox 14"/>
          <p:cNvSpPr txBox="1"/>
          <p:nvPr/>
        </p:nvSpPr>
        <p:spPr>
          <a:xfrm>
            <a:off x="10437812"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accent1"/>
                </a:solidFill>
              </a:rPr>
              <a:t>”</a:t>
            </a:r>
          </a:p>
        </p:txBody>
      </p:sp>
      <p:sp>
        <p:nvSpPr>
          <p:cNvPr id="2" name="Title 1"/>
          <p:cNvSpPr>
            <a:spLocks noGrp="1"/>
          </p:cNvSpPr>
          <p:nvPr>
            <p:ph type="title"/>
          </p:nvPr>
        </p:nvSpPr>
        <p:spPr>
          <a:xfrm>
            <a:off x="1446213" y="609601"/>
            <a:ext cx="9296398" cy="2743199"/>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141411" y="4343400"/>
            <a:ext cx="9906000" cy="1447800"/>
          </a:xfrm>
        </p:spPr>
        <p:txBody>
          <a:bodyPr vert="horz" lIns="91440" tIns="45720" rIns="91440" bIns="45720" rtlCol="0" anchor="ctr">
            <a:normAutofit/>
          </a:bodyPr>
          <a:lstStyle>
            <a:lvl1pPr>
              <a:buNone/>
              <a:defRPr lang="en-US" sz="2000">
                <a:gradFill flip="none" rotWithShape="1">
                  <a:gsLst>
                    <a:gs pos="0">
                      <a:schemeClr val="tx1"/>
                    </a:gs>
                    <a:gs pos="100000">
                      <a:schemeClr val="tx1">
                        <a:lumMod val="75000"/>
                      </a:schemeClr>
                    </a:gs>
                  </a:gsLst>
                  <a:lin ang="5400000" scaled="0"/>
                  <a:tileRect/>
                </a:gradFill>
              </a:defRPr>
            </a:lvl1pPr>
          </a:lstStyle>
          <a:p>
            <a:pPr marL="0" lvl="0" indent="0">
              <a:buNone/>
            </a:pPr>
            <a:r>
              <a:rPr lang="en-US"/>
              <a:t>Click to edit Master text styles</a:t>
            </a:r>
          </a:p>
        </p:txBody>
      </p:sp>
      <p:sp>
        <p:nvSpPr>
          <p:cNvPr id="4" name="Date Placeholder 3"/>
          <p:cNvSpPr>
            <a:spLocks noGrp="1"/>
          </p:cNvSpPr>
          <p:nvPr>
            <p:ph type="dt" sz="half" idx="10"/>
          </p:nvPr>
        </p:nvSpPr>
        <p:spPr/>
        <p:txBody>
          <a:bodyPr/>
          <a:lstStyle/>
          <a:p>
            <a:fld id="{A861F162-B0B0-4FC4-8FE2-C3CCED55D2E6}" type="datetimeFigureOut">
              <a:rPr lang="en-AE" smtClean="0"/>
              <a:t>17/11/2025</a:t>
            </a:fld>
            <a:endParaRPr lang="en-AE"/>
          </a:p>
        </p:txBody>
      </p:sp>
      <p:sp>
        <p:nvSpPr>
          <p:cNvPr id="5" name="Footer Placeholder 4"/>
          <p:cNvSpPr>
            <a:spLocks noGrp="1"/>
          </p:cNvSpPr>
          <p:nvPr>
            <p:ph type="ftr" sz="quarter" idx="11"/>
          </p:nvPr>
        </p:nvSpPr>
        <p:spPr/>
        <p:txBody>
          <a:bodyPr/>
          <a:lstStyle/>
          <a:p>
            <a:endParaRPr lang="en-AE"/>
          </a:p>
        </p:txBody>
      </p:sp>
      <p:sp>
        <p:nvSpPr>
          <p:cNvPr id="6" name="Slide Number Placeholder 5"/>
          <p:cNvSpPr>
            <a:spLocks noGrp="1"/>
          </p:cNvSpPr>
          <p:nvPr>
            <p:ph type="sldNum" sz="quarter" idx="12"/>
          </p:nvPr>
        </p:nvSpPr>
        <p:spPr/>
        <p:txBody>
          <a:bodyPr/>
          <a:lstStyle/>
          <a:p>
            <a:fld id="{D5737EDC-4F1D-411D-9F5D-59F1E618E9CD}" type="slidenum">
              <a:rPr lang="en-AE" smtClean="0"/>
              <a:t>‹#›</a:t>
            </a:fld>
            <a:endParaRPr lang="en-AE"/>
          </a:p>
        </p:txBody>
      </p:sp>
    </p:spTree>
    <p:extLst>
      <p:ext uri="{BB962C8B-B14F-4D97-AF65-F5344CB8AC3E}">
        <p14:creationId xmlns:p14="http://schemas.microsoft.com/office/powerpoint/2010/main" val="325948176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2" y="3308581"/>
            <a:ext cx="9906000" cy="1468800"/>
          </a:xfrm>
        </p:spPr>
        <p:txBody>
          <a:bodyPr anchor="b">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1141410" y="4777381"/>
            <a:ext cx="9906001" cy="860400"/>
          </a:xfrm>
        </p:spPr>
        <p:txBody>
          <a:bodyPr vert="horz" lIns="91440" tIns="45720" rIns="91440" bIns="45720" rtlCol="0" anchor="t">
            <a:normAutofit/>
          </a:bodyPr>
          <a:lstStyle>
            <a:lvl1pPr>
              <a:defRPr lang="en-US" sz="2000">
                <a:gradFill flip="none" rotWithShape="1">
                  <a:gsLst>
                    <a:gs pos="0">
                      <a:schemeClr val="tx1"/>
                    </a:gs>
                    <a:gs pos="100000">
                      <a:schemeClr val="tx1">
                        <a:lumMod val="75000"/>
                      </a:schemeClr>
                    </a:gs>
                  </a:gsLst>
                  <a:lin ang="5400000" scaled="0"/>
                  <a:tileRect/>
                </a:gradFill>
              </a:defRPr>
            </a:lvl1pPr>
          </a:lstStyle>
          <a:p>
            <a:pPr marL="0" lvl="0" indent="0">
              <a:buNone/>
            </a:pPr>
            <a:r>
              <a:rPr lang="en-US"/>
              <a:t>Click to edit Master text styles</a:t>
            </a:r>
          </a:p>
        </p:txBody>
      </p:sp>
      <p:sp>
        <p:nvSpPr>
          <p:cNvPr id="4" name="Date Placeholder 3"/>
          <p:cNvSpPr>
            <a:spLocks noGrp="1"/>
          </p:cNvSpPr>
          <p:nvPr>
            <p:ph type="dt" sz="half" idx="10"/>
          </p:nvPr>
        </p:nvSpPr>
        <p:spPr/>
        <p:txBody>
          <a:bodyPr/>
          <a:lstStyle/>
          <a:p>
            <a:fld id="{A861F162-B0B0-4FC4-8FE2-C3CCED55D2E6}" type="datetimeFigureOut">
              <a:rPr lang="en-AE" smtClean="0"/>
              <a:t>17/11/2025</a:t>
            </a:fld>
            <a:endParaRPr lang="en-AE"/>
          </a:p>
        </p:txBody>
      </p:sp>
      <p:sp>
        <p:nvSpPr>
          <p:cNvPr id="5" name="Footer Placeholder 4"/>
          <p:cNvSpPr>
            <a:spLocks noGrp="1"/>
          </p:cNvSpPr>
          <p:nvPr>
            <p:ph type="ftr" sz="quarter" idx="11"/>
          </p:nvPr>
        </p:nvSpPr>
        <p:spPr/>
        <p:txBody>
          <a:bodyPr/>
          <a:lstStyle/>
          <a:p>
            <a:endParaRPr lang="en-AE"/>
          </a:p>
        </p:txBody>
      </p:sp>
      <p:sp>
        <p:nvSpPr>
          <p:cNvPr id="6" name="Slide Number Placeholder 5"/>
          <p:cNvSpPr>
            <a:spLocks noGrp="1"/>
          </p:cNvSpPr>
          <p:nvPr>
            <p:ph type="sldNum" sz="quarter" idx="12"/>
          </p:nvPr>
        </p:nvSpPr>
        <p:spPr/>
        <p:txBody>
          <a:bodyPr/>
          <a:lstStyle/>
          <a:p>
            <a:fld id="{D5737EDC-4F1D-411D-9F5D-59F1E618E9CD}" type="slidenum">
              <a:rPr lang="en-AE" smtClean="0"/>
              <a:t>‹#›</a:t>
            </a:fld>
            <a:endParaRPr lang="en-AE"/>
          </a:p>
        </p:txBody>
      </p:sp>
    </p:spTree>
    <p:extLst>
      <p:ext uri="{BB962C8B-B14F-4D97-AF65-F5344CB8AC3E}">
        <p14:creationId xmlns:p14="http://schemas.microsoft.com/office/powerpoint/2010/main" val="297557951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836612" y="7868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accent1"/>
                </a:solidFill>
              </a:rPr>
              <a:t>“</a:t>
            </a:r>
          </a:p>
        </p:txBody>
      </p:sp>
      <p:sp>
        <p:nvSpPr>
          <p:cNvPr id="15" name="TextBox 14"/>
          <p:cNvSpPr txBox="1"/>
          <p:nvPr/>
        </p:nvSpPr>
        <p:spPr>
          <a:xfrm>
            <a:off x="10437812"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accent1"/>
                </a:solidFill>
              </a:rPr>
              <a:t>”</a:t>
            </a:r>
          </a:p>
        </p:txBody>
      </p:sp>
      <p:sp>
        <p:nvSpPr>
          <p:cNvPr id="2" name="Title 1"/>
          <p:cNvSpPr>
            <a:spLocks noGrp="1"/>
          </p:cNvSpPr>
          <p:nvPr>
            <p:ph type="title"/>
          </p:nvPr>
        </p:nvSpPr>
        <p:spPr>
          <a:xfrm>
            <a:off x="1446213" y="609601"/>
            <a:ext cx="9296398" cy="2743199"/>
          </a:xfrm>
        </p:spPr>
        <p:txBody>
          <a:bodyPr anchor="ctr">
            <a:normAutofit/>
          </a:bodyPr>
          <a:lstStyle>
            <a:lvl1pPr algn="l">
              <a:defRPr sz="3200" b="0" cap="all">
                <a:gradFill flip="none" rotWithShape="1">
                  <a:gsLst>
                    <a:gs pos="0">
                      <a:schemeClr val="tx1"/>
                    </a:gs>
                    <a:gs pos="100000">
                      <a:schemeClr val="tx1">
                        <a:lumMod val="75000"/>
                      </a:schemeClr>
                    </a:gs>
                  </a:gsLst>
                  <a:lin ang="5400000" scaled="0"/>
                  <a:tileRect/>
                </a:gra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141412" y="3886200"/>
            <a:ext cx="9906000" cy="889000"/>
          </a:xfrm>
        </p:spPr>
        <p:txBody>
          <a:bodyPr vert="horz" lIns="91440" tIns="45720" rIns="91440" bIns="45720" rtlCol="0" anchor="b">
            <a:normAutofit/>
          </a:bodyPr>
          <a:lstStyle>
            <a:lvl1pPr>
              <a:buNone/>
              <a:defRPr lang="en-US" sz="2400" b="0" cap="all" dirty="0">
                <a:ln w="3175" cmpd="sng">
                  <a:noFill/>
                </a:ln>
                <a:gradFill flip="none" rotWithShape="1">
                  <a:gsLst>
                    <a:gs pos="0">
                      <a:schemeClr val="tx1"/>
                    </a:gs>
                    <a:gs pos="100000">
                      <a:schemeClr val="tx1">
                        <a:lumMod val="75000"/>
                      </a:schemeClr>
                    </a:gs>
                  </a:gsLst>
                  <a:lin ang="5400000" scaled="0"/>
                  <a:tileRect/>
                </a:gradFill>
                <a:effectLst>
                  <a:glow rad="38100">
                    <a:schemeClr val="bg1">
                      <a:lumMod val="65000"/>
                      <a:lumOff val="35000"/>
                      <a:alpha val="40000"/>
                    </a:schemeClr>
                  </a:glow>
                  <a:outerShdw blurRad="28575" dist="38100" dir="14040000" algn="tl" rotWithShape="0">
                    <a:srgbClr val="000000">
                      <a:alpha val="25000"/>
                    </a:srgbClr>
                  </a:outerShdw>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141411" y="4775200"/>
            <a:ext cx="9906000" cy="1016000"/>
          </a:xfrm>
        </p:spPr>
        <p:txBody>
          <a:bodyPr anchor="t">
            <a:normAutofit/>
          </a:bodyPr>
          <a:lstStyle>
            <a:lvl1pPr marL="0" indent="0" algn="l">
              <a:buNone/>
              <a:defRPr sz="18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861F162-B0B0-4FC4-8FE2-C3CCED55D2E6}" type="datetimeFigureOut">
              <a:rPr lang="en-AE" smtClean="0"/>
              <a:t>17/11/2025</a:t>
            </a:fld>
            <a:endParaRPr lang="en-AE"/>
          </a:p>
        </p:txBody>
      </p:sp>
      <p:sp>
        <p:nvSpPr>
          <p:cNvPr id="5" name="Footer Placeholder 4"/>
          <p:cNvSpPr>
            <a:spLocks noGrp="1"/>
          </p:cNvSpPr>
          <p:nvPr>
            <p:ph type="ftr" sz="quarter" idx="11"/>
          </p:nvPr>
        </p:nvSpPr>
        <p:spPr/>
        <p:txBody>
          <a:bodyPr/>
          <a:lstStyle/>
          <a:p>
            <a:endParaRPr lang="en-AE"/>
          </a:p>
        </p:txBody>
      </p:sp>
      <p:sp>
        <p:nvSpPr>
          <p:cNvPr id="6" name="Slide Number Placeholder 5"/>
          <p:cNvSpPr>
            <a:spLocks noGrp="1"/>
          </p:cNvSpPr>
          <p:nvPr>
            <p:ph type="sldNum" sz="quarter" idx="12"/>
          </p:nvPr>
        </p:nvSpPr>
        <p:spPr/>
        <p:txBody>
          <a:bodyPr/>
          <a:lstStyle/>
          <a:p>
            <a:fld id="{D5737EDC-4F1D-411D-9F5D-59F1E618E9CD}" type="slidenum">
              <a:rPr lang="en-AE" smtClean="0"/>
              <a:t>‹#›</a:t>
            </a:fld>
            <a:endParaRPr lang="en-AE"/>
          </a:p>
        </p:txBody>
      </p:sp>
    </p:spTree>
    <p:extLst>
      <p:ext uri="{BB962C8B-B14F-4D97-AF65-F5344CB8AC3E}">
        <p14:creationId xmlns:p14="http://schemas.microsoft.com/office/powerpoint/2010/main" val="350102810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141412" y="609601"/>
            <a:ext cx="9905999" cy="2743199"/>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141412" y="3505200"/>
            <a:ext cx="9906000" cy="838200"/>
          </a:xfrm>
        </p:spPr>
        <p:txBody>
          <a:bodyPr vert="horz" lIns="91440" tIns="45720" rIns="91440" bIns="45720" rtlCol="0" anchor="b">
            <a:normAutofit/>
          </a:bodyPr>
          <a:lstStyle>
            <a:lvl1pPr>
              <a:buNone/>
              <a:defRPr lang="en-US" sz="2800" b="0" cap="all" dirty="0">
                <a:ln w="3175" cmpd="sng">
                  <a:noFill/>
                </a:ln>
                <a:gradFill flip="none" rotWithShape="1">
                  <a:gsLst>
                    <a:gs pos="0">
                      <a:schemeClr val="tx1"/>
                    </a:gs>
                    <a:gs pos="100000">
                      <a:schemeClr val="tx1">
                        <a:lumMod val="75000"/>
                      </a:schemeClr>
                    </a:gs>
                  </a:gsLst>
                  <a:lin ang="5400000" scaled="0"/>
                  <a:tileRect/>
                </a:gradFill>
                <a:effectLst>
                  <a:glow rad="38100">
                    <a:schemeClr val="bg1">
                      <a:lumMod val="65000"/>
                      <a:lumOff val="35000"/>
                      <a:alpha val="40000"/>
                    </a:schemeClr>
                  </a:glow>
                  <a:outerShdw blurRad="28575" dist="38100" dir="14040000" algn="tl" rotWithShape="0">
                    <a:srgbClr val="000000">
                      <a:alpha val="25000"/>
                    </a:srgbClr>
                  </a:outerShdw>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141411" y="4343400"/>
            <a:ext cx="9906000" cy="1447800"/>
          </a:xfrm>
        </p:spPr>
        <p:txBody>
          <a:bodyPr anchor="t">
            <a:normAutofit/>
          </a:bodyPr>
          <a:lstStyle>
            <a:lvl1pPr marL="0" indent="0" algn="l">
              <a:buNone/>
              <a:defRPr sz="18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861F162-B0B0-4FC4-8FE2-C3CCED55D2E6}" type="datetimeFigureOut">
              <a:rPr lang="en-AE" smtClean="0"/>
              <a:t>17/11/2025</a:t>
            </a:fld>
            <a:endParaRPr lang="en-AE"/>
          </a:p>
        </p:txBody>
      </p:sp>
      <p:sp>
        <p:nvSpPr>
          <p:cNvPr id="5" name="Footer Placeholder 4"/>
          <p:cNvSpPr>
            <a:spLocks noGrp="1"/>
          </p:cNvSpPr>
          <p:nvPr>
            <p:ph type="ftr" sz="quarter" idx="11"/>
          </p:nvPr>
        </p:nvSpPr>
        <p:spPr/>
        <p:txBody>
          <a:bodyPr/>
          <a:lstStyle/>
          <a:p>
            <a:endParaRPr lang="en-AE"/>
          </a:p>
        </p:txBody>
      </p:sp>
      <p:sp>
        <p:nvSpPr>
          <p:cNvPr id="6" name="Slide Number Placeholder 5"/>
          <p:cNvSpPr>
            <a:spLocks noGrp="1"/>
          </p:cNvSpPr>
          <p:nvPr>
            <p:ph type="sldNum" sz="quarter" idx="12"/>
          </p:nvPr>
        </p:nvSpPr>
        <p:spPr/>
        <p:txBody>
          <a:bodyPr/>
          <a:lstStyle/>
          <a:p>
            <a:fld id="{D5737EDC-4F1D-411D-9F5D-59F1E618E9CD}" type="slidenum">
              <a:rPr lang="en-AE" smtClean="0"/>
              <a:t>‹#›</a:t>
            </a:fld>
            <a:endParaRPr lang="en-AE"/>
          </a:p>
        </p:txBody>
      </p:sp>
    </p:spTree>
    <p:extLst>
      <p:ext uri="{BB962C8B-B14F-4D97-AF65-F5344CB8AC3E}">
        <p14:creationId xmlns:p14="http://schemas.microsoft.com/office/powerpoint/2010/main" val="19003715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861F162-B0B0-4FC4-8FE2-C3CCED55D2E6}" type="datetimeFigureOut">
              <a:rPr lang="en-AE" smtClean="0"/>
              <a:t>17/11/2025</a:t>
            </a:fld>
            <a:endParaRPr lang="en-AE"/>
          </a:p>
        </p:txBody>
      </p:sp>
      <p:sp>
        <p:nvSpPr>
          <p:cNvPr id="5" name="Footer Placeholder 4"/>
          <p:cNvSpPr>
            <a:spLocks noGrp="1"/>
          </p:cNvSpPr>
          <p:nvPr>
            <p:ph type="ftr" sz="quarter" idx="11"/>
          </p:nvPr>
        </p:nvSpPr>
        <p:spPr/>
        <p:txBody>
          <a:bodyPr/>
          <a:lstStyle/>
          <a:p>
            <a:endParaRPr lang="en-AE"/>
          </a:p>
        </p:txBody>
      </p:sp>
      <p:sp>
        <p:nvSpPr>
          <p:cNvPr id="6" name="Slide Number Placeholder 5"/>
          <p:cNvSpPr>
            <a:spLocks noGrp="1"/>
          </p:cNvSpPr>
          <p:nvPr>
            <p:ph type="sldNum" sz="quarter" idx="12"/>
          </p:nvPr>
        </p:nvSpPr>
        <p:spPr/>
        <p:txBody>
          <a:bodyPr/>
          <a:lstStyle/>
          <a:p>
            <a:fld id="{D5737EDC-4F1D-411D-9F5D-59F1E618E9CD}" type="slidenum">
              <a:rPr lang="en-AE" smtClean="0"/>
              <a:t>‹#›</a:t>
            </a:fld>
            <a:endParaRPr lang="en-AE"/>
          </a:p>
        </p:txBody>
      </p:sp>
    </p:spTree>
    <p:extLst>
      <p:ext uri="{BB962C8B-B14F-4D97-AF65-F5344CB8AC3E}">
        <p14:creationId xmlns:p14="http://schemas.microsoft.com/office/powerpoint/2010/main" val="229426446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6898" y="609599"/>
            <a:ext cx="2210514"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2" y="609600"/>
            <a:ext cx="7543800" cy="5181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861F162-B0B0-4FC4-8FE2-C3CCED55D2E6}" type="datetimeFigureOut">
              <a:rPr lang="en-AE" smtClean="0"/>
              <a:t>17/11/2025</a:t>
            </a:fld>
            <a:endParaRPr lang="en-AE"/>
          </a:p>
        </p:txBody>
      </p:sp>
      <p:sp>
        <p:nvSpPr>
          <p:cNvPr id="5" name="Footer Placeholder 4"/>
          <p:cNvSpPr>
            <a:spLocks noGrp="1"/>
          </p:cNvSpPr>
          <p:nvPr>
            <p:ph type="ftr" sz="quarter" idx="11"/>
          </p:nvPr>
        </p:nvSpPr>
        <p:spPr/>
        <p:txBody>
          <a:bodyPr/>
          <a:lstStyle/>
          <a:p>
            <a:endParaRPr lang="en-AE"/>
          </a:p>
        </p:txBody>
      </p:sp>
      <p:sp>
        <p:nvSpPr>
          <p:cNvPr id="6" name="Slide Number Placeholder 5"/>
          <p:cNvSpPr>
            <a:spLocks noGrp="1"/>
          </p:cNvSpPr>
          <p:nvPr>
            <p:ph type="sldNum" sz="quarter" idx="12"/>
          </p:nvPr>
        </p:nvSpPr>
        <p:spPr/>
        <p:txBody>
          <a:bodyPr/>
          <a:lstStyle/>
          <a:p>
            <a:fld id="{D5737EDC-4F1D-411D-9F5D-59F1E618E9CD}" type="slidenum">
              <a:rPr lang="en-AE" smtClean="0"/>
              <a:t>‹#›</a:t>
            </a:fld>
            <a:endParaRPr lang="en-AE"/>
          </a:p>
        </p:txBody>
      </p:sp>
    </p:spTree>
    <p:extLst>
      <p:ext uri="{BB962C8B-B14F-4D97-AF65-F5344CB8AC3E}">
        <p14:creationId xmlns:p14="http://schemas.microsoft.com/office/powerpoint/2010/main" val="11807141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141413" y="609600"/>
            <a:ext cx="9905998" cy="19050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41413" y="2666999"/>
            <a:ext cx="9905998"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837612" y="5883275"/>
            <a:ext cx="1600200" cy="365125"/>
          </a:xfrm>
          <a:prstGeom prst="rect">
            <a:avLst/>
          </a:prstGeom>
        </p:spPr>
        <p:txBody>
          <a:bodyPr vert="horz" lIns="91440" tIns="45720" rIns="91440" bIns="45720" rtlCol="0" anchor="ctr"/>
          <a:lstStyle>
            <a:lvl1pPr algn="r">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fld id="{A861F162-B0B0-4FC4-8FE2-C3CCED55D2E6}" type="datetimeFigureOut">
              <a:rPr lang="en-AE" smtClean="0"/>
              <a:t>17/11/2025</a:t>
            </a:fld>
            <a:endParaRPr lang="en-AE"/>
          </a:p>
        </p:txBody>
      </p:sp>
      <p:sp>
        <p:nvSpPr>
          <p:cNvPr id="5" name="Footer Placeholder 4"/>
          <p:cNvSpPr>
            <a:spLocks noGrp="1"/>
          </p:cNvSpPr>
          <p:nvPr>
            <p:ph type="ftr" sz="quarter" idx="3"/>
          </p:nvPr>
        </p:nvSpPr>
        <p:spPr>
          <a:xfrm>
            <a:off x="1141412" y="5883275"/>
            <a:ext cx="7543800" cy="365125"/>
          </a:xfrm>
          <a:prstGeom prst="rect">
            <a:avLst/>
          </a:prstGeom>
        </p:spPr>
        <p:txBody>
          <a:bodyPr vert="horz" lIns="91440" tIns="45720" rIns="91440" bIns="45720" rtlCol="0" anchor="ctr"/>
          <a:lstStyle>
            <a:lvl1pPr algn="l">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endParaRPr lang="en-AE"/>
          </a:p>
        </p:txBody>
      </p:sp>
      <p:sp>
        <p:nvSpPr>
          <p:cNvPr id="6" name="Slide Number Placeholder 5"/>
          <p:cNvSpPr>
            <a:spLocks noGrp="1"/>
          </p:cNvSpPr>
          <p:nvPr>
            <p:ph type="sldNum" sz="quarter" idx="4"/>
          </p:nvPr>
        </p:nvSpPr>
        <p:spPr>
          <a:xfrm>
            <a:off x="10514012" y="5883275"/>
            <a:ext cx="551167" cy="365125"/>
          </a:xfrm>
          <a:prstGeom prst="rect">
            <a:avLst/>
          </a:prstGeom>
        </p:spPr>
        <p:txBody>
          <a:bodyPr vert="horz" lIns="91440" tIns="45720" rIns="91440" bIns="45720" rtlCol="0" anchor="ctr"/>
          <a:lstStyle>
            <a:lvl1pPr algn="r">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fld id="{D5737EDC-4F1D-411D-9F5D-59F1E618E9CD}" type="slidenum">
              <a:rPr lang="en-AE" smtClean="0"/>
              <a:t>‹#›</a:t>
            </a:fld>
            <a:endParaRPr lang="en-AE"/>
          </a:p>
        </p:txBody>
      </p:sp>
    </p:spTree>
    <p:extLst>
      <p:ext uri="{BB962C8B-B14F-4D97-AF65-F5344CB8AC3E}">
        <p14:creationId xmlns:p14="http://schemas.microsoft.com/office/powerpoint/2010/main" val="4218733702"/>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3200" kern="1200" cap="all">
          <a:ln w="3175" cmpd="sng">
            <a:noFill/>
          </a:ln>
          <a:gradFill flip="none" rotWithShape="1">
            <a:gsLst>
              <a:gs pos="0">
                <a:schemeClr val="tx1"/>
              </a:gs>
              <a:gs pos="100000">
                <a:schemeClr val="tx1">
                  <a:lumMod val="65000"/>
                </a:schemeClr>
              </a:gs>
            </a:gsLst>
            <a:lin ang="5580000" scaled="0"/>
            <a:tileRect/>
          </a:gradFill>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100000"/>
        <a:buFont typeface="Arial"/>
        <a:buChar char="•"/>
        <a:defRPr sz="20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100000"/>
        <a:buFont typeface="Arial"/>
        <a:buChar char="•"/>
        <a:defRPr sz="18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100000"/>
        <a:buFont typeface="Arial"/>
        <a:buChar char="•"/>
        <a:defRPr sz="16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100000"/>
        <a:buFont typeface="Arial"/>
        <a:buChar char="•"/>
        <a:defRPr sz="14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100000"/>
        <a:buFont typeface="Arial"/>
        <a:buChar char="•"/>
        <a:defRPr sz="14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A61155A-8CCF-4284-CFAE-C143B64D039E}"/>
              </a:ext>
            </a:extLst>
          </p:cNvPr>
          <p:cNvPicPr>
            <a:picLocks noChangeAspect="1"/>
          </p:cNvPicPr>
          <p:nvPr/>
        </p:nvPicPr>
        <p:blipFill>
          <a:blip r:embed="rId3">
            <a:alphaModFix amt="50000"/>
          </a:blip>
          <a:srcRect t="12366" b="7701"/>
          <a:stretch>
            <a:fillRect/>
          </a:stretch>
        </p:blipFill>
        <p:spPr>
          <a:xfrm>
            <a:off x="20" y="-25818"/>
            <a:ext cx="12191980" cy="6883817"/>
          </a:xfrm>
          <a:prstGeom prst="rect">
            <a:avLst/>
          </a:prstGeom>
        </p:spPr>
      </p:pic>
      <p:sp>
        <p:nvSpPr>
          <p:cNvPr id="2" name="Title 1">
            <a:extLst>
              <a:ext uri="{FF2B5EF4-FFF2-40B4-BE49-F238E27FC236}">
                <a16:creationId xmlns:a16="http://schemas.microsoft.com/office/drawing/2014/main" id="{3BDA5574-0C5F-F23F-5316-544E743EA171}"/>
              </a:ext>
            </a:extLst>
          </p:cNvPr>
          <p:cNvSpPr>
            <a:spLocks noGrp="1"/>
          </p:cNvSpPr>
          <p:nvPr>
            <p:ph type="ctrTitle"/>
          </p:nvPr>
        </p:nvSpPr>
        <p:spPr>
          <a:xfrm>
            <a:off x="0" y="5177927"/>
            <a:ext cx="9144000" cy="1522051"/>
          </a:xfrm>
        </p:spPr>
        <p:txBody>
          <a:bodyPr>
            <a:normAutofit/>
          </a:bodyPr>
          <a:lstStyle/>
          <a:p>
            <a:r>
              <a:rPr lang="en-US" dirty="0" err="1">
                <a:solidFill>
                  <a:srgbClr val="FFFFFF"/>
                </a:solidFill>
              </a:rPr>
              <a:t>Mutlicollinearity</a:t>
            </a:r>
            <a:endParaRPr lang="en-AE" dirty="0">
              <a:solidFill>
                <a:srgbClr val="FFFFFF"/>
              </a:solidFill>
            </a:endParaRPr>
          </a:p>
        </p:txBody>
      </p:sp>
    </p:spTree>
    <p:extLst>
      <p:ext uri="{BB962C8B-B14F-4D97-AF65-F5344CB8AC3E}">
        <p14:creationId xmlns:p14="http://schemas.microsoft.com/office/powerpoint/2010/main" val="2062260997"/>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3574D-112C-B6A0-5DCD-A6F2249E1C50}"/>
              </a:ext>
            </a:extLst>
          </p:cNvPr>
          <p:cNvSpPr>
            <a:spLocks noGrp="1"/>
          </p:cNvSpPr>
          <p:nvPr>
            <p:ph type="title"/>
          </p:nvPr>
        </p:nvSpPr>
        <p:spPr/>
        <p:txBody>
          <a:bodyPr/>
          <a:lstStyle/>
          <a:p>
            <a:r>
              <a:rPr lang="en-US" dirty="0"/>
              <a:t>What is multicollinearity?</a:t>
            </a:r>
            <a:endParaRPr lang="en-AE" dirty="0"/>
          </a:p>
        </p:txBody>
      </p:sp>
      <p:sp>
        <p:nvSpPr>
          <p:cNvPr id="3" name="Content Placeholder 2">
            <a:extLst>
              <a:ext uri="{FF2B5EF4-FFF2-40B4-BE49-F238E27FC236}">
                <a16:creationId xmlns:a16="http://schemas.microsoft.com/office/drawing/2014/main" id="{321D2824-9A3B-0071-857D-73DCA93FE736}"/>
              </a:ext>
            </a:extLst>
          </p:cNvPr>
          <p:cNvSpPr>
            <a:spLocks noGrp="1"/>
          </p:cNvSpPr>
          <p:nvPr>
            <p:ph idx="1"/>
          </p:nvPr>
        </p:nvSpPr>
        <p:spPr/>
        <p:txBody>
          <a:bodyPr/>
          <a:lstStyle/>
          <a:p>
            <a:r>
              <a:rPr lang="en-US" dirty="0"/>
              <a:t>Multicollinearity is a situation in statistics where two or more independent variables are highly correlated with each other.</a:t>
            </a:r>
            <a:r>
              <a:rPr lang="en-AE" dirty="0"/>
              <a:t> This can make it difficult to determine the individual effect of each predictor on the dependent variable, leading to unstable and unreliable regression coefficients and inflated errors.</a:t>
            </a:r>
            <a:endParaRPr lang="en-US" dirty="0"/>
          </a:p>
        </p:txBody>
      </p:sp>
    </p:spTree>
    <p:extLst>
      <p:ext uri="{BB962C8B-B14F-4D97-AF65-F5344CB8AC3E}">
        <p14:creationId xmlns:p14="http://schemas.microsoft.com/office/powerpoint/2010/main" val="21895501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1F191A-287C-D9EE-EBC0-CEE3D300F835}"/>
              </a:ext>
            </a:extLst>
          </p:cNvPr>
          <p:cNvSpPr>
            <a:spLocks noGrp="1"/>
          </p:cNvSpPr>
          <p:nvPr>
            <p:ph type="title"/>
          </p:nvPr>
        </p:nvSpPr>
        <p:spPr/>
        <p:txBody>
          <a:bodyPr/>
          <a:lstStyle/>
          <a:p>
            <a:r>
              <a:rPr lang="en-US" dirty="0"/>
              <a:t>How to handle Multicollinearity?</a:t>
            </a:r>
            <a:endParaRPr lang="en-AE" dirty="0"/>
          </a:p>
        </p:txBody>
      </p:sp>
      <p:sp>
        <p:nvSpPr>
          <p:cNvPr id="3" name="Content Placeholder 2">
            <a:extLst>
              <a:ext uri="{FF2B5EF4-FFF2-40B4-BE49-F238E27FC236}">
                <a16:creationId xmlns:a16="http://schemas.microsoft.com/office/drawing/2014/main" id="{FA99CE6D-8D24-B8E2-1880-D89714961FB3}"/>
              </a:ext>
            </a:extLst>
          </p:cNvPr>
          <p:cNvSpPr>
            <a:spLocks noGrp="1"/>
          </p:cNvSpPr>
          <p:nvPr>
            <p:ph idx="1"/>
          </p:nvPr>
        </p:nvSpPr>
        <p:spPr/>
        <p:txBody>
          <a:bodyPr/>
          <a:lstStyle/>
          <a:p>
            <a:r>
              <a:rPr lang="en-US" dirty="0"/>
              <a:t>Dropping one of the correlated features will help in bringing down the multicollinearity between variables.</a:t>
            </a:r>
          </a:p>
          <a:p>
            <a:r>
              <a:rPr lang="en-US" dirty="0"/>
              <a:t>Combining variables into a single feature which can reduce multicollinearity.</a:t>
            </a:r>
          </a:p>
          <a:p>
            <a:r>
              <a:rPr lang="en-US" dirty="0"/>
              <a:t>Regularizing Techniques like Ridge or Lasso regression can be used to reduce multicollinearity by penalizing the coefficients of correlated variables. These methods shrink the coefficients. Ridger tends to shrink the coefficient while Lasso can set some coefficients to zero.</a:t>
            </a:r>
            <a:endParaRPr lang="en-AE" dirty="0"/>
          </a:p>
        </p:txBody>
      </p:sp>
    </p:spTree>
    <p:extLst>
      <p:ext uri="{BB962C8B-B14F-4D97-AF65-F5344CB8AC3E}">
        <p14:creationId xmlns:p14="http://schemas.microsoft.com/office/powerpoint/2010/main" val="38734544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4CFF4E5-C2CD-FEC9-399D-72DC62235105}"/>
              </a:ext>
            </a:extLst>
          </p:cNvPr>
          <p:cNvSpPr>
            <a:spLocks noGrp="1"/>
          </p:cNvSpPr>
          <p:nvPr>
            <p:ph idx="1"/>
          </p:nvPr>
        </p:nvSpPr>
        <p:spPr>
          <a:xfrm>
            <a:off x="838200" y="457200"/>
            <a:ext cx="10515600" cy="5719763"/>
          </a:xfrm>
        </p:spPr>
        <p:txBody>
          <a:bodyPr/>
          <a:lstStyle/>
          <a:p>
            <a:r>
              <a:rPr lang="en-US"/>
              <a:t>Principal Component Analysis(PCA): PCA is a dimensionality reduction technique that can be used to transform the correlated variables into a smaller set of uncorrelated variables. </a:t>
            </a:r>
            <a:endParaRPr lang="en-AE" dirty="0"/>
          </a:p>
        </p:txBody>
      </p:sp>
    </p:spTree>
    <p:extLst>
      <p:ext uri="{BB962C8B-B14F-4D97-AF65-F5344CB8AC3E}">
        <p14:creationId xmlns:p14="http://schemas.microsoft.com/office/powerpoint/2010/main" val="399947344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esh">
  <a:themeElements>
    <a:clrScheme name="Mesh">
      <a:dk1>
        <a:sysClr val="windowText" lastClr="000000"/>
      </a:dk1>
      <a:lt1>
        <a:sysClr val="window" lastClr="FFFFFF"/>
      </a:lt1>
      <a:dk2>
        <a:srgbClr val="363D46"/>
      </a:dk2>
      <a:lt2>
        <a:srgbClr val="EBEBEB"/>
      </a:lt2>
      <a:accent1>
        <a:srgbClr val="6F6F6F"/>
      </a:accent1>
      <a:accent2>
        <a:srgbClr val="BFBFA5"/>
      </a:accent2>
      <a:accent3>
        <a:srgbClr val="DCD084"/>
      </a:accent3>
      <a:accent4>
        <a:srgbClr val="E7BF5F"/>
      </a:accent4>
      <a:accent5>
        <a:srgbClr val="E9A039"/>
      </a:accent5>
      <a:accent6>
        <a:srgbClr val="CF7133"/>
      </a:accent6>
      <a:hlink>
        <a:srgbClr val="F28943"/>
      </a:hlink>
      <a:folHlink>
        <a:srgbClr val="F1B76C"/>
      </a:folHlink>
    </a:clrScheme>
    <a:fontScheme name="Mesh">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Mesh">
      <a:fillStyleLst>
        <a:solidFill>
          <a:schemeClr val="phClr"/>
        </a:solidFill>
        <a:gradFill rotWithShape="1">
          <a:gsLst>
            <a:gs pos="0">
              <a:schemeClr val="phClr">
                <a:tint val="60000"/>
                <a:lumMod val="110000"/>
              </a:schemeClr>
            </a:gs>
            <a:gs pos="100000">
              <a:schemeClr val="phClr">
                <a:tint val="82000"/>
              </a:schemeClr>
            </a:gs>
          </a:gsLst>
          <a:lin ang="5400000" scaled="0"/>
        </a:gradFill>
        <a:gradFill rotWithShape="1">
          <a:gsLst>
            <a:gs pos="0">
              <a:schemeClr val="phClr">
                <a:tint val="96000"/>
                <a:lumMod val="104000"/>
              </a:schemeClr>
            </a:gs>
            <a:gs pos="100000">
              <a:schemeClr val="phClr">
                <a:shade val="84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innerShdw blurRad="50800" dist="25400" dir="13500000">
              <a:srgbClr val="000000">
                <a:alpha val="55000"/>
              </a:srgbClr>
            </a:innerShdw>
          </a:effectLst>
        </a:effectStyle>
        <a:effectStyle>
          <a:effectLst>
            <a:outerShdw blurRad="50800" dist="38100" dir="5400000" rotWithShape="0">
              <a:srgbClr val="000000">
                <a:alpha val="60000"/>
              </a:srgbClr>
            </a:outerShdw>
          </a:effectLst>
          <a:scene3d>
            <a:camera prst="orthographicFront">
              <a:rot lat="0" lon="0" rev="0"/>
            </a:camera>
            <a:lightRig rig="threePt" dir="tl"/>
          </a:scene3d>
          <a:sp3d>
            <a:bevelT w="25400" h="25400" prst="slope"/>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28000"/>
                <a:satMod val="94000"/>
                <a:lumMod val="20000"/>
              </a:schemeClr>
              <a:schemeClr val="phClr">
                <a:tint val="94000"/>
                <a:shade val="84000"/>
                <a:satMod val="148000"/>
                <a:lumMod val="114000"/>
              </a:schemeClr>
            </a:duotone>
          </a:blip>
          <a:stretch/>
        </a:blipFill>
      </a:bgFillStyleLst>
    </a:fmtScheme>
  </a:themeElements>
  <a:objectDefaults/>
  <a:extraClrSchemeLst/>
  <a:extLst>
    <a:ext uri="{05A4C25C-085E-4340-85A3-A5531E510DB2}">
      <thm15:themeFamily xmlns:thm15="http://schemas.microsoft.com/office/thememl/2012/main" name="Mesh" id="{789EC3FE-34FD-429C-9918-760025E6C145}" vid="{B8BE45C0-8141-4D58-8C71-A009BC26FBB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TM03457485[[fn=Mesh]]</Template>
  <TotalTime>391</TotalTime>
  <Words>157</Words>
  <Application>Microsoft Office PowerPoint</Application>
  <PresentationFormat>Widescreen</PresentationFormat>
  <Paragraphs>9</Paragraphs>
  <Slides>4</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Aptos</vt:lpstr>
      <vt:lpstr>Arial</vt:lpstr>
      <vt:lpstr>Century Gothic</vt:lpstr>
      <vt:lpstr>Mesh</vt:lpstr>
      <vt:lpstr>Mutlicollinearity</vt:lpstr>
      <vt:lpstr>What is multicollinearity?</vt:lpstr>
      <vt:lpstr>How to handle Multicollinearity?</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Ruban Gnanaraj</dc:creator>
  <cp:lastModifiedBy>Ruban Gnanaraj</cp:lastModifiedBy>
  <cp:revision>4</cp:revision>
  <dcterms:created xsi:type="dcterms:W3CDTF">2025-11-17T12:09:49Z</dcterms:created>
  <dcterms:modified xsi:type="dcterms:W3CDTF">2025-11-17T18:42:30Z</dcterms:modified>
</cp:coreProperties>
</file>